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7d75499e05424f" /><Relationship Type="http://schemas.openxmlformats.org/officeDocument/2006/relationships/extended-properties" Target="/docProps/app.xml" Id="R4eeef1ffb73e431f" /><Relationship Type="http://schemas.openxmlformats.org/officeDocument/2006/relationships/officeDocument" Target="/ppt/presentation.xml" Id="R1fb19e2863c342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cfcb1cba464f68"/>
  </p:sldMasterIdLst>
  <p:notesMasterIdLst>
    <p:notesMasterId xmlns:r="http://schemas.openxmlformats.org/officeDocument/2006/relationships" r:id="R6267760a77b74f10"/>
  </p:notesMasterIdLst>
  <p:sldIdLst>
    <p:sldId xmlns:r="http://schemas.openxmlformats.org/officeDocument/2006/relationships" id="256" r:id="Rc928ef2bc6a74f05"/>
    <p:sldId xmlns:r="http://schemas.openxmlformats.org/officeDocument/2006/relationships" id="257" r:id="Rf116ace814894551"/>
    <p:sldId xmlns:r="http://schemas.openxmlformats.org/officeDocument/2006/relationships" id="258" r:id="Rbd0a7da5724a44f2"/>
    <p:sldId xmlns:r="http://schemas.openxmlformats.org/officeDocument/2006/relationships" id="259" r:id="Rb9e5bc72c6544786"/>
    <p:sldId xmlns:r="http://schemas.openxmlformats.org/officeDocument/2006/relationships" id="260" r:id="R9f9944e4ec9b42ef"/>
    <p:sldId xmlns:r="http://schemas.openxmlformats.org/officeDocument/2006/relationships" id="261" r:id="R41ef587b9ec9498c"/>
    <p:sldId xmlns:r="http://schemas.openxmlformats.org/officeDocument/2006/relationships" id="262" r:id="R853bc4af7619420e"/>
    <p:sldId xmlns:r="http://schemas.openxmlformats.org/officeDocument/2006/relationships" id="263" r:id="R7542510a319a425f"/>
    <p:sldId xmlns:r="http://schemas.openxmlformats.org/officeDocument/2006/relationships" id="264" r:id="R506274b89c4444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c20de2aaff4b95" /><Relationship Type="http://schemas.openxmlformats.org/officeDocument/2006/relationships/slideMaster" Target="/ppt/slideMasters/slideMaster1.xml" Id="Re2cfcb1cba464f68" /><Relationship Type="http://schemas.openxmlformats.org/officeDocument/2006/relationships/notesMaster" Target="/ppt/notesMasters/notesMaster1.xml" Id="R6267760a77b74f10" /><Relationship Type="http://schemas.openxmlformats.org/officeDocument/2006/relationships/presProps" Target="/ppt/presProps.xml" Id="R74e969addc274027" /><Relationship Type="http://schemas.openxmlformats.org/officeDocument/2006/relationships/tableStyles" Target="/ppt/tableStyles.xml" Id="Rcb81ab24b6cf4676" /><Relationship Type="http://schemas.openxmlformats.org/officeDocument/2006/relationships/slide" Target="/ppt/slides/slide1.xml" Id="Rc928ef2bc6a74f05" /><Relationship Type="http://schemas.openxmlformats.org/officeDocument/2006/relationships/slide" Target="/ppt/slides/slide2.xml" Id="Rf116ace814894551" /><Relationship Type="http://schemas.openxmlformats.org/officeDocument/2006/relationships/slide" Target="/ppt/slides/slide3.xml" Id="Rbd0a7da5724a44f2" /><Relationship Type="http://schemas.openxmlformats.org/officeDocument/2006/relationships/slide" Target="/ppt/slides/slide4.xml" Id="Rb9e5bc72c6544786" /><Relationship Type="http://schemas.openxmlformats.org/officeDocument/2006/relationships/slide" Target="/ppt/slides/slide5.xml" Id="R9f9944e4ec9b42ef" /><Relationship Type="http://schemas.openxmlformats.org/officeDocument/2006/relationships/slide" Target="/ppt/slides/slide6.xml" Id="R41ef587b9ec9498c" /><Relationship Type="http://schemas.openxmlformats.org/officeDocument/2006/relationships/slide" Target="/ppt/slides/slide7.xml" Id="R853bc4af7619420e" /><Relationship Type="http://schemas.openxmlformats.org/officeDocument/2006/relationships/slide" Target="/ppt/slides/slide8.xml" Id="R7542510a319a425f" /><Relationship Type="http://schemas.openxmlformats.org/officeDocument/2006/relationships/slide" Target="/ppt/slides/slide9.xml" Id="R506274b89c4444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8922b9068a41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e868d8d0a045c1" /><Relationship Type="http://schemas.openxmlformats.org/officeDocument/2006/relationships/notesMaster" Target="/ppt/notesMasters/notesMaster1.xml" Id="Rb7b2c724b06c4d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c63582083849b0" /><Relationship Type="http://schemas.openxmlformats.org/officeDocument/2006/relationships/notesMaster" Target="/ppt/notesMasters/notesMaster1.xml" Id="R43772273238644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42859f58844271" /><Relationship Type="http://schemas.openxmlformats.org/officeDocument/2006/relationships/notesMaster" Target="/ppt/notesMasters/notesMaster1.xml" Id="R2081e6a659ff4e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c3fd602b7647bf" /><Relationship Type="http://schemas.openxmlformats.org/officeDocument/2006/relationships/notesMaster" Target="/ppt/notesMasters/notesMaster1.xml" Id="Rf386fbde3cb649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0c8df5a9ae4875" /><Relationship Type="http://schemas.openxmlformats.org/officeDocument/2006/relationships/notesMaster" Target="/ppt/notesMasters/notesMaster1.xml" Id="R5406592ff31a4d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1448f36dba4270" /><Relationship Type="http://schemas.openxmlformats.org/officeDocument/2006/relationships/notesMaster" Target="/ppt/notesMasters/notesMaster1.xml" Id="R2fd234b1362e41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3a0effdc454223" /><Relationship Type="http://schemas.openxmlformats.org/officeDocument/2006/relationships/notesMaster" Target="/ppt/notesMasters/notesMaster1.xml" Id="R9685054916064b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cd7d20eca74308" /><Relationship Type="http://schemas.openxmlformats.org/officeDocument/2006/relationships/notesMaster" Target="/ppt/notesMasters/notesMaster1.xml" Id="R58d6acbd1d1141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239d6bd95243f0" /><Relationship Type="http://schemas.openxmlformats.org/officeDocument/2006/relationships/notesMaster" Target="/ppt/notesMasters/notesMaster1.xml" Id="R0b68c3eaba644dab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8f101065e545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ca1e52124c4814" /><Relationship Type="http://schemas.openxmlformats.org/officeDocument/2006/relationships/slideLayout" Target="/ppt/slideLayouts/slideLayout1.xml" Id="Rc5fb2972bf6d47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fb2972bf6d47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35dae33014624" /><Relationship Type="http://schemas.openxmlformats.org/officeDocument/2006/relationships/image" Target="/ppt/media/image.png" Id="Rbe54c6bbcd4144ee" /><Relationship Type="http://schemas.openxmlformats.org/officeDocument/2006/relationships/image" Target="/ppt/media/image2.png" Id="R4767bdc578534fe7" /><Relationship Type="http://schemas.openxmlformats.org/officeDocument/2006/relationships/notesSlide" Target="/ppt/notesSlides/notesSlide1.xml" Id="R2127506a623943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29fa6f9774af0" /><Relationship Type="http://schemas.openxmlformats.org/officeDocument/2006/relationships/image" Target="/ppt/media/image3.png" Id="R8e67facfae664b8a" /><Relationship Type="http://schemas.openxmlformats.org/officeDocument/2006/relationships/image" Target="/ppt/media/image4.png" Id="R1934ea0cb43f4281" /><Relationship Type="http://schemas.openxmlformats.org/officeDocument/2006/relationships/notesSlide" Target="/ppt/notesSlides/notesSlide2.xml" Id="Rcc6ac3cb299341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64182c9e8482d" /><Relationship Type="http://schemas.openxmlformats.org/officeDocument/2006/relationships/image" Target="/ppt/media/image5.png" Id="Rea8c9bac87ed4d5f" /><Relationship Type="http://schemas.openxmlformats.org/officeDocument/2006/relationships/image" Target="/ppt/media/image6.png" Id="R877dea7799fb4fdf" /><Relationship Type="http://schemas.openxmlformats.org/officeDocument/2006/relationships/notesSlide" Target="/ppt/notesSlides/notesSlide3.xml" Id="R3d340bfc0fba4e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e38968a46448e" /><Relationship Type="http://schemas.openxmlformats.org/officeDocument/2006/relationships/image" Target="/ppt/media/image7.png" Id="R33cbfb3208b54f6a" /><Relationship Type="http://schemas.openxmlformats.org/officeDocument/2006/relationships/image" Target="/ppt/media/image8.png" Id="Rfeb897e248d74030" /><Relationship Type="http://schemas.openxmlformats.org/officeDocument/2006/relationships/notesSlide" Target="/ppt/notesSlides/notesSlide4.xml" Id="Rd754dd30950f4b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34d6936ac4519" /><Relationship Type="http://schemas.openxmlformats.org/officeDocument/2006/relationships/image" Target="/ppt/media/image9.png" Id="R269e2374b00e493f" /><Relationship Type="http://schemas.openxmlformats.org/officeDocument/2006/relationships/image" Target="/ppt/media/image10.png" Id="R752b2f2a642e405a" /><Relationship Type="http://schemas.openxmlformats.org/officeDocument/2006/relationships/notesSlide" Target="/ppt/notesSlides/notesSlide5.xml" Id="Ref5161951fbb4c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ae98fc9a24f39" /><Relationship Type="http://schemas.openxmlformats.org/officeDocument/2006/relationships/image" Target="/ppt/media/image11.png" Id="Rfa9b999323ee4169" /><Relationship Type="http://schemas.openxmlformats.org/officeDocument/2006/relationships/image" Target="/ppt/media/image12.png" Id="R5a94ad38df4c473f" /><Relationship Type="http://schemas.openxmlformats.org/officeDocument/2006/relationships/notesSlide" Target="/ppt/notesSlides/notesSlide6.xml" Id="R7463417e192248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d155c1d57491c" /><Relationship Type="http://schemas.openxmlformats.org/officeDocument/2006/relationships/image" Target="/ppt/media/image13.png" Id="R6b14aeefcaf64225" /><Relationship Type="http://schemas.openxmlformats.org/officeDocument/2006/relationships/image" Target="/ppt/media/image14.png" Id="R4ed900a883314afb" /><Relationship Type="http://schemas.openxmlformats.org/officeDocument/2006/relationships/notesSlide" Target="/ppt/notesSlides/notesSlide7.xml" Id="Radad0840cfea4e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a6f20378849f1" /><Relationship Type="http://schemas.openxmlformats.org/officeDocument/2006/relationships/image" Target="/ppt/media/image15.png" Id="R82c66c36a1de4ce8" /><Relationship Type="http://schemas.openxmlformats.org/officeDocument/2006/relationships/image" Target="/ppt/media/image16.png" Id="R61a918eb8cd44833" /><Relationship Type="http://schemas.openxmlformats.org/officeDocument/2006/relationships/image" Target="/ppt/media/image17.png" Id="R49dc0a16a09f4e54" /><Relationship Type="http://schemas.openxmlformats.org/officeDocument/2006/relationships/notesSlide" Target="/ppt/notesSlides/notesSlide8.xml" Id="R4b81d501484a4e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c588cf327482b" /><Relationship Type="http://schemas.openxmlformats.org/officeDocument/2006/relationships/image" Target="/ppt/media/image18.png" Id="Rb4b6a19163634d84" /><Relationship Type="http://schemas.openxmlformats.org/officeDocument/2006/relationships/notesSlide" Target="/ppt/notesSlides/notesSlide9.xml" Id="Rd945c2ddb840453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54c6bbcd4144ee"/>
          <a:srcRect xmlns:a="http://schemas.openxmlformats.org/drawingml/2006/main" l="25" t="0" r="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67bdc578534fe7"/>
          <a:srcRect xmlns:a="http://schemas.openxmlformats.org/drawingml/2006/main" l="0" t="1852" r="0" b="18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91325" y="1685925"/>
            <a:ext cx="4572000" cy="247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9514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7facfae664b8a"/>
          <a:srcRect xmlns:a="http://schemas.openxmlformats.org/drawingml/2006/main" l="25" t="0" r="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4ea0cb43f4281"/>
          <a:srcRect xmlns:a="http://schemas.openxmlformats.org/drawingml/2006/main" l="0" t="1776" r="0" b="17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743200"/>
            <a:ext cx="5600700" cy="30384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095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8c9bac87ed4d5f"/>
          <a:srcRect xmlns:a="http://schemas.openxmlformats.org/drawingml/2006/main" l="25" t="0" r="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7dea7799fb4fdf"/>
          <a:srcRect xmlns:a="http://schemas.openxmlformats.org/drawingml/2006/main" l="0" t="1346" r="0" b="13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590800"/>
            <a:ext cx="6838950" cy="3743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8061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bfb3208b54f6a"/>
          <a:srcRect xmlns:a="http://schemas.openxmlformats.org/drawingml/2006/main" l="25" t="0" r="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897e248d74030"/>
          <a:srcRect xmlns:a="http://schemas.openxmlformats.org/drawingml/2006/main" l="0" t="1624" r="0" b="16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581275"/>
            <a:ext cx="6353175" cy="34575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6273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9e2374b00e493f"/>
          <a:srcRect xmlns:a="http://schemas.openxmlformats.org/drawingml/2006/main" l="25" t="0" r="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2b2f2a642e405a"/>
          <a:srcRect xmlns:a="http://schemas.openxmlformats.org/drawingml/2006/main" l="0" t="1903" r="0" b="19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581275"/>
            <a:ext cx="6953250" cy="3762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76933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b999323ee4169"/>
          <a:srcRect xmlns:a="http://schemas.openxmlformats.org/drawingml/2006/main" l="25" t="0" r="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4ad38df4c473f"/>
          <a:srcRect xmlns:a="http://schemas.openxmlformats.org/drawingml/2006/main" l="0" t="1736" r="0" b="17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" y="2581275"/>
            <a:ext cx="6981825" cy="3790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75140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14aeefcaf64225"/>
          <a:srcRect xmlns:a="http://schemas.openxmlformats.org/drawingml/2006/main" l="25" t="0" r="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d900a883314afb"/>
          <a:srcRect xmlns:a="http://schemas.openxmlformats.org/drawingml/2006/main" l="0" t="2192" r="0" b="21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590800"/>
            <a:ext cx="7048500" cy="3790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6532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c66c36a1de4ce8"/>
          <a:srcRect xmlns:a="http://schemas.openxmlformats.org/drawingml/2006/main" l="25" t="0" r="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a918eb8cd44833"/>
          <a:srcRect xmlns:a="http://schemas.openxmlformats.org/drawingml/2006/main" l="0" t="2238" r="0" b="2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657475"/>
            <a:ext cx="2819400" cy="3590925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c0a16a09f4e54"/>
          <a:srcRect xmlns:a="http://schemas.openxmlformats.org/drawingml/2006/main" l="0" t="2238" r="0" b="2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90950" y="2657475"/>
            <a:ext cx="2819400" cy="35909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2221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6a19163634d84"/>
          <a:srcRect xmlns:a="http://schemas.openxmlformats.org/drawingml/2006/main" l="25" t="0" r="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44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2026-09-22T18:11:19.8950000Z</dcterms:created>
  <dcterms:modified xsi:type="dcterms:W3CDTF">2026-09-22T18:11:19.8950000Z</dcterms:modified>
</coreProperties>
</file>